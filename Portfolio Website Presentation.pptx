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taneja" userId="271d45d3145cd0c4" providerId="LiveId" clId="{610CE327-63EF-4725-8BF0-6A5510F0AD98}"/>
    <pc:docChg chg="undo custSel modSld">
      <pc:chgData name="Ankita taneja" userId="271d45d3145cd0c4" providerId="LiveId" clId="{610CE327-63EF-4725-8BF0-6A5510F0AD98}" dt="2026-08-18T12:03:44.679" v="9" actId="1076"/>
      <pc:docMkLst>
        <pc:docMk/>
      </pc:docMkLst>
      <pc:sldChg chg="modSp mod">
        <pc:chgData name="Ankita taneja" userId="271d45d3145cd0c4" providerId="LiveId" clId="{610CE327-63EF-4725-8BF0-6A5510F0AD98}" dt="2026-08-18T12:03:44.679" v="9" actId="1076"/>
        <pc:sldMkLst>
          <pc:docMk/>
          <pc:sldMk cId="0" sldId="256"/>
        </pc:sldMkLst>
        <pc:spChg chg="mod">
          <ac:chgData name="Ankita taneja" userId="271d45d3145cd0c4" providerId="LiveId" clId="{610CE327-63EF-4725-8BF0-6A5510F0AD98}" dt="2026-08-18T12:03:21.646" v="5" actId="1076"/>
          <ac:spMkLst>
            <pc:docMk/>
            <pc:sldMk cId="0" sldId="256"/>
            <ac:spMk id="8" creationId="{00000000-0000-0000-0000-000000000000}"/>
          </ac:spMkLst>
        </pc:spChg>
        <pc:picChg chg="mod">
          <ac:chgData name="Ankita taneja" userId="271d45d3145cd0c4" providerId="LiveId" clId="{610CE327-63EF-4725-8BF0-6A5510F0AD98}" dt="2026-08-18T12:03:13.761" v="4" actId="1076"/>
          <ac:picMkLst>
            <pc:docMk/>
            <pc:sldMk cId="0" sldId="256"/>
            <ac:picMk id="2" creationId="{00000000-0000-0000-0000-000000000000}"/>
          </ac:picMkLst>
        </pc:picChg>
        <pc:picChg chg="mod">
          <ac:chgData name="Ankita taneja" userId="271d45d3145cd0c4" providerId="LiveId" clId="{610CE327-63EF-4725-8BF0-6A5510F0AD98}" dt="2026-08-18T12:03:44.679" v="9" actId="1076"/>
          <ac:picMkLst>
            <pc:docMk/>
            <pc:sldMk cId="0" sldId="256"/>
            <ac:picMk id="20" creationId="{00000000-0000-0000-0000-000000000000}"/>
          </ac:picMkLst>
        </pc:picChg>
        <pc:picChg chg="mod">
          <ac:chgData name="Ankita taneja" userId="271d45d3145cd0c4" providerId="LiveId" clId="{610CE327-63EF-4725-8BF0-6A5510F0AD98}" dt="2026-08-18T12:03:41.166" v="8" actId="1076"/>
          <ac:picMkLst>
            <pc:docMk/>
            <pc:sldMk cId="0" sldId="256"/>
            <ac:picMk id="21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34" Type="http://schemas.openxmlformats.org/officeDocument/2006/relationships/image" Target="../media/image6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2" Type="http://schemas.openxmlformats.org/officeDocument/2006/relationships/image" Target="../media/image1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36" Type="http://schemas.openxmlformats.org/officeDocument/2006/relationships/image" Target="../media/image67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62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8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0" Type="http://schemas.openxmlformats.org/officeDocument/2006/relationships/image" Target="../media/image94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08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5" Type="http://schemas.openxmlformats.org/officeDocument/2006/relationships/image" Target="../media/image121.png"/><Relationship Id="rId10" Type="http://schemas.openxmlformats.org/officeDocument/2006/relationships/image" Target="../media/image126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77466"/>
            <a:ext cx="2323058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890" y="1143000"/>
            <a:ext cx="4297709" cy="457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7090" y="1219200"/>
            <a:ext cx="4145309" cy="441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2391816"/>
            <a:ext cx="6768814" cy="11599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67"/>
              </a:lnSpc>
            </a:pPr>
            <a:r>
              <a:rPr sz="4350" b="0" i="0" u="none">
                <a:solidFill>
                  <a:srgbClr val="FFFFFF"/>
                </a:solidFill>
                <a:latin typeface="Space Grotesk ExtraBold"/>
              </a:rPr>
              <a:t>ANKITA</a:t>
            </a:r>
            <a:r>
              <a:t>
</a:t>
            </a:r>
            <a:r>
              <a:rPr sz="4350" b="0" i="0" u="none">
                <a:solidFill>
                  <a:srgbClr val="FFFFFF"/>
                </a:solidFill>
                <a:latin typeface="Space Grotesk ExtraBold"/>
              </a:rPr>
              <a:t>TANEJA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704183"/>
            <a:ext cx="644649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CBD5E1"/>
                </a:solidFill>
                <a:latin typeface="Plus Jakarta Sans Medium"/>
              </a:rPr>
              <a:t>Data Analyst | Data Scientist | Machine Learning Professional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919" y="4837658"/>
            <a:ext cx="565591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Plus Jakarta Sans"/>
              </a:rPr>
              <a:t> GitHub •  LinkedIn •  Web Portfolio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237583"/>
            <a:ext cx="876300" cy="285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4950" y="4237583"/>
            <a:ext cx="695325" cy="285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95525" y="4237583"/>
            <a:ext cx="990600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1375" y="4237583"/>
            <a:ext cx="1514475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91100" y="4237583"/>
            <a:ext cx="1200150" cy="285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275" y="4318545"/>
            <a:ext cx="104775" cy="1238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7825" y="4318545"/>
            <a:ext cx="10477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38400" y="4318545"/>
            <a:ext cx="123825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24250" y="4318545"/>
            <a:ext cx="123825" cy="1238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33975" y="4318545"/>
            <a:ext cx="152400" cy="1238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" y="4837658"/>
            <a:ext cx="13335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7559" y="4828654"/>
            <a:ext cx="1143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28110" y="4838233"/>
            <a:ext cx="13335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37090" y="1219200"/>
            <a:ext cx="4145309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935" y="519112"/>
            <a:ext cx="1693664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055143"/>
            <a:ext cx="5457825" cy="23002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3055143"/>
            <a:ext cx="5457825" cy="23002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16859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About 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2150268"/>
            <a:ext cx="116586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Space Grotesk"/>
              </a:rPr>
              <a:t>Turning Data Into Meaningful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588418"/>
            <a:ext cx="1112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Passionate about leveraging statistical modeling, machine learning, and business analytics to solve complex problems.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2925" y="4195762"/>
            <a:ext cx="54387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1525" y="3693318"/>
            <a:ext cx="523065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Academic Excellence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300" y="4195762"/>
            <a:ext cx="54387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8900" y="3693318"/>
            <a:ext cx="523065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Core Focus &amp; 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900" y="4055268"/>
            <a:ext cx="49815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Comprehensive technical background spanning software engineering, customer relationship systems, data engineering, and predictive analytics.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3331368"/>
            <a:ext cx="2857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125" y="4055268"/>
            <a:ext cx="4752975" cy="214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94A3B8"/>
                </a:solidFill>
                <a:latin typeface="Plus Jakarta Sans"/>
              </a:rPr>
              <a:t>MSc Data Science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 — IIIT Bangalore / LJMU Pathway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364831"/>
            <a:ext cx="4752975" cy="214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94A3B8"/>
                </a:solidFill>
                <a:latin typeface="Plus Jakarta Sans"/>
              </a:rPr>
              <a:t>M.Tech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 — Computer Science &amp;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4674393"/>
            <a:ext cx="4752975" cy="2143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94A3B8"/>
                </a:solidFill>
                <a:latin typeface="Plus Jakarta Sans"/>
              </a:rPr>
              <a:t>B.Tech</a:t>
            </a:r>
            <a:r>
              <a:rPr sz="1125" b="0" i="0" u="none">
                <a:solidFill>
                  <a:srgbClr val="94A3B8"/>
                </a:solidFill>
                <a:latin typeface="Plus Jakarta Sans"/>
              </a:rPr>
              <a:t> — Information Technology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3331368"/>
            <a:ext cx="285750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4831556"/>
            <a:ext cx="1123950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8100" y="4831556"/>
            <a:ext cx="1333500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6850" y="4831556"/>
            <a:ext cx="990600" cy="285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4090987"/>
            <a:ext cx="133350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4400550"/>
            <a:ext cx="133350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525" y="4710112"/>
            <a:ext cx="13335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6835" y="519112"/>
            <a:ext cx="1731764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90975"/>
            <a:ext cx="11125200" cy="38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238625"/>
            <a:ext cx="2002482" cy="714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4042" y="3067050"/>
            <a:ext cx="2002482" cy="714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4684" y="4238625"/>
            <a:ext cx="2002482" cy="714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5326" y="3067050"/>
            <a:ext cx="2002482" cy="714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5968" y="4238625"/>
            <a:ext cx="2002482" cy="895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38150"/>
            <a:ext cx="34004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Professional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2066925"/>
            <a:ext cx="1112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A progressive path combining core software development expertise with advanced data analytics and AI capabilities.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5325" y="4400550"/>
            <a:ext cx="167863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F0FF"/>
                </a:solidFill>
                <a:latin typeface="Plus Jakarta Sans"/>
              </a:rPr>
              <a:t>2012 – 2013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4610100"/>
            <a:ext cx="167863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Software Developer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5967" y="3228975"/>
            <a:ext cx="167863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F0FF"/>
                </a:solidFill>
                <a:latin typeface="Plus Jakarta Sans"/>
              </a:rPr>
              <a:t>2016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5967" y="3438525"/>
            <a:ext cx="167863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Software 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6609" y="4400550"/>
            <a:ext cx="167863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F0FF"/>
                </a:solidFill>
                <a:latin typeface="Plus Jakarta Sans"/>
              </a:rPr>
              <a:t>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6609" y="4610100"/>
            <a:ext cx="167863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CRM Specialist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7251" y="3228975"/>
            <a:ext cx="167863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F0FF"/>
                </a:solidFill>
                <a:latin typeface="Plus Jakarta Sans"/>
              </a:rPr>
              <a:t>2025 –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7251" y="3438525"/>
            <a:ext cx="167863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Data Analyst Intern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7893" y="4400550"/>
            <a:ext cx="167863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F0FF"/>
                </a:solidFill>
                <a:latin typeface="Plus Jakarta Sans"/>
              </a:rPr>
              <a:t>Present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7893" y="4610100"/>
            <a:ext cx="167863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00F0FF"/>
                </a:solidFill>
                <a:latin typeface="Plus Jakarta Sans SemiBold"/>
              </a:rPr>
              <a:t>Data Science &amp;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20266" y="38957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0814"/>
          </a:solidFill>
          <a:ln w="38100">
            <a:solidFill>
              <a:srgbClr val="C75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700908" y="38957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0814"/>
          </a:solidFill>
          <a:ln w="38100">
            <a:solidFill>
              <a:srgbClr val="FF4D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81551" y="38957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0814"/>
          </a:solidFill>
          <a:ln w="38100">
            <a:solidFill>
              <a:srgbClr val="FF6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62193" y="38957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0814"/>
          </a:solidFill>
          <a:ln w="38100">
            <a:solidFill>
              <a:srgbClr val="FF7E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542835" y="38957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0814"/>
          </a:solidFill>
          <a:ln w="38100">
            <a:solidFill>
              <a:srgbClr val="A56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648" y="519112"/>
            <a:ext cx="2088951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14587"/>
            <a:ext cx="5457825" cy="1285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2414587"/>
            <a:ext cx="5457825" cy="1285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910012"/>
            <a:ext cx="5457825" cy="1181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775" y="3910012"/>
            <a:ext cx="5457825" cy="1181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438150"/>
            <a:ext cx="27813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Technical Toolkit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3048000"/>
            <a:ext cx="54387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0300" y="3048000"/>
            <a:ext cx="54387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4491037"/>
            <a:ext cx="54387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300" y="4491037"/>
            <a:ext cx="54387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1525" y="2686050"/>
            <a:ext cx="1453462" cy="219075"/>
          </a:xfrm>
          <a:prstGeom prst="rect">
            <a:avLst/>
          </a:prstGeom>
          <a:noFill/>
        </p:spPr>
        <p:txBody>
          <a:bodyPr wrap="square" lIns="291851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F0FF"/>
                </a:solidFill>
                <a:latin typeface="Space Grotesk"/>
              </a:rPr>
              <a:t>Programming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2550" y="2652712"/>
            <a:ext cx="59055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3071812"/>
            <a:ext cx="1038225" cy="3905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4050" y="3071812"/>
            <a:ext cx="838200" cy="3905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38900" y="2686050"/>
            <a:ext cx="1522690" cy="219075"/>
          </a:xfrm>
          <a:prstGeom prst="rect">
            <a:avLst/>
          </a:prstGeom>
          <a:noFill/>
        </p:spPr>
        <p:txBody>
          <a:bodyPr wrap="square" lIns="263276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A56CFF"/>
                </a:solidFill>
                <a:latin typeface="Space Grotesk"/>
              </a:rPr>
              <a:t>Data Analytics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91775" y="2652712"/>
            <a:ext cx="1028700" cy="285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071812"/>
            <a:ext cx="904875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9025" y="3071812"/>
            <a:ext cx="866775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1050" y="3071812"/>
            <a:ext cx="666750" cy="285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63050" y="3071812"/>
            <a:ext cx="990600" cy="2857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1525" y="4181475"/>
            <a:ext cx="1785535" cy="219075"/>
          </a:xfrm>
          <a:prstGeom prst="rect">
            <a:avLst/>
          </a:prstGeom>
          <a:noFill/>
        </p:spPr>
        <p:txBody>
          <a:bodyPr wrap="square" lIns="244226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4DA6"/>
                </a:solidFill>
                <a:latin typeface="Space Grotesk"/>
              </a:rPr>
              <a:t>Machine Learning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0600" y="4148137"/>
            <a:ext cx="952500" cy="2857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525" y="4567237"/>
            <a:ext cx="971550" cy="285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38325" y="4567237"/>
            <a:ext cx="838200" cy="2857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71775" y="4567237"/>
            <a:ext cx="885825" cy="2857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52850" y="4567237"/>
            <a:ext cx="990600" cy="2857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38900" y="4181475"/>
            <a:ext cx="1928366" cy="219075"/>
          </a:xfrm>
          <a:prstGeom prst="rect">
            <a:avLst/>
          </a:prstGeom>
          <a:noFill/>
        </p:spPr>
        <p:txBody>
          <a:bodyPr wrap="square" lIns="244226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7E40"/>
                </a:solidFill>
                <a:latin typeface="Space Grotesk"/>
              </a:rPr>
              <a:t>Deployment &amp; Tools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06100" y="4148137"/>
            <a:ext cx="714375" cy="2857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4567237"/>
            <a:ext cx="1028700" cy="2857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562850" y="4567237"/>
            <a:ext cx="904875" cy="2857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62975" y="4567237"/>
            <a:ext cx="628650" cy="2857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286875" y="4567237"/>
            <a:ext cx="904875" cy="2857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1525" y="2714625"/>
            <a:ext cx="215651" cy="1714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2500" y="3195637"/>
            <a:ext cx="12382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105025" y="3195637"/>
            <a:ext cx="12382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38900" y="2714625"/>
            <a:ext cx="187076" cy="1714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581775" y="3152775"/>
            <a:ext cx="123825" cy="12382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581900" y="3152775"/>
            <a:ext cx="95250" cy="12382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05925" y="3152775"/>
            <a:ext cx="123825" cy="1238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71525" y="4210050"/>
            <a:ext cx="168026" cy="1714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38900" y="4210050"/>
            <a:ext cx="168026" cy="1714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81775" y="4648200"/>
            <a:ext cx="152400" cy="12382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705725" y="4648200"/>
            <a:ext cx="123825" cy="1238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705850" y="4648200"/>
            <a:ext cx="104775" cy="12382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429750" y="4648200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3530" y="519112"/>
            <a:ext cx="1985069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30028"/>
            <a:ext cx="3581400" cy="15275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2130028"/>
            <a:ext cx="3581400" cy="152757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130028"/>
            <a:ext cx="3581400" cy="152757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848100"/>
            <a:ext cx="3581400" cy="152757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300" y="3848100"/>
            <a:ext cx="3581400" cy="152757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3848100"/>
            <a:ext cx="3581400" cy="15275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38150"/>
            <a:ext cx="299085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Featured Projects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2884289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1525" y="2368153"/>
            <a:ext cx="3105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1F5F9"/>
                </a:solidFill>
                <a:latin typeface="Plus Jakarta Sans"/>
              </a:rPr>
              <a:t>✈️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2806303"/>
            <a:ext cx="326040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0F0FF"/>
                </a:solidFill>
                <a:latin typeface="Space Grotesk"/>
              </a:rPr>
              <a:t>SkyPredict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3073003"/>
            <a:ext cx="3105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Flight Price &amp; Customer Satisfaction Prediction Dashboard.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4825" y="2884289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3425" y="2368153"/>
            <a:ext cx="3105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1F5F9"/>
                </a:solidFill>
                <a:latin typeface="Plus Jakarta Sans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3425" y="2806303"/>
            <a:ext cx="326040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A56CFF"/>
                </a:solidFill>
                <a:latin typeface="Space Grotesk"/>
              </a:rPr>
              <a:t>Rossmann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3425" y="3073003"/>
            <a:ext cx="3105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Machine Learning Sales Forecasting &amp; Time Series Model.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6725" y="2884289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5325" y="2368153"/>
            <a:ext cx="3105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1F5F9"/>
                </a:solidFill>
                <a:latin typeface="Plus Jakarta Sans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2806303"/>
            <a:ext cx="326040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4DA6"/>
                </a:solidFill>
                <a:latin typeface="Space Grotesk"/>
              </a:rPr>
              <a:t>Amazon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5325" y="3073003"/>
            <a:ext cx="3105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NLP Sentiment Analysis &amp; Customer Feedback Classification.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2925" y="4602360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1525" y="4086225"/>
            <a:ext cx="3105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1F5F9"/>
                </a:solidFill>
                <a:latin typeface="Plus Jakarta Sans"/>
              </a:rPr>
              <a:t>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1525" y="4524375"/>
            <a:ext cx="326040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7E40"/>
                </a:solidFill>
                <a:latin typeface="Space Grotesk"/>
              </a:rPr>
              <a:t>Mobile Usage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1525" y="4791075"/>
            <a:ext cx="3105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Exploratory Data Analysis, ML &amp; User Segmentation Clustering.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4825" y="4602360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3425" y="4086225"/>
            <a:ext cx="3105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1F5F9"/>
                </a:solidFill>
                <a:latin typeface="Plus Jakarta Sans"/>
              </a:rPr>
              <a:t>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3425" y="4524375"/>
            <a:ext cx="326040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0F0FF"/>
                </a:solidFill>
                <a:latin typeface="Space Grotesk"/>
              </a:rPr>
              <a:t>Personal Expenses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3425" y="4791075"/>
            <a:ext cx="3105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Expense Tracking with Python, SQL &amp; Interactive Streamlit App.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6725" y="4602360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15325" y="4086225"/>
            <a:ext cx="31051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1F5F9"/>
                </a:solidFill>
                <a:latin typeface="Plus Jakarta Sans"/>
              </a:rPr>
              <a:t>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5325" y="4524375"/>
            <a:ext cx="3260407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A56CFF"/>
                </a:solidFill>
                <a:latin typeface="Space Grotesk"/>
              </a:rPr>
              <a:t>Vaccination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5325" y="4791075"/>
            <a:ext cx="310515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Global Immunization Data Analysis with MySQL &amp; Power BI.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145" y="519112"/>
            <a:ext cx="2158454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758" y="2038350"/>
            <a:ext cx="4877841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257550"/>
            <a:ext cx="5961608" cy="6905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062412"/>
            <a:ext cx="5961608" cy="6905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438150"/>
            <a:ext cx="51720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Project Spotlight: SkyPredict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3400" y="2276475"/>
            <a:ext cx="6259688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0F0FF"/>
                </a:solidFill>
                <a:latin typeface="Space Grotesk"/>
              </a:rPr>
              <a:t>End-to-End Travel Analytics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657475"/>
            <a:ext cx="596160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Dual-model pipeline addressing ticket price volatility and passenger satisfaction drivers.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943475"/>
            <a:ext cx="1295400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4050" y="4943475"/>
            <a:ext cx="1685925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0283" y="2047875"/>
            <a:ext cx="4858791" cy="34099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42923" y="3593306"/>
            <a:ext cx="5942561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4375" y="3419475"/>
            <a:ext cx="10477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A56CFF"/>
                </a:solidFill>
                <a:latin typeface="Plus Jakarta Sans"/>
              </a:rPr>
              <a:t>Problem &amp; Data: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3619500"/>
            <a:ext cx="5599658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130K+ records processed across flight routes, delays, and passenger service ratings.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2923" y="4398168"/>
            <a:ext cx="5942561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4375" y="4224337"/>
            <a:ext cx="11239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4DA6"/>
                </a:solidFill>
                <a:latin typeface="Plus Jakarta Sans"/>
              </a:rPr>
              <a:t>ML Performance: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4424362"/>
            <a:ext cx="5599658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Regression RMSE: ~₹1,420 | Satisfaction Accuracy: ~96.8% (XGBoost).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5024437"/>
            <a:ext cx="142875" cy="123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66925" y="5024437"/>
            <a:ext cx="1238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7395" y="519112"/>
            <a:ext cx="1301204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40793"/>
            <a:ext cx="3581400" cy="24241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300" y="2540793"/>
            <a:ext cx="3581400" cy="2424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2540793"/>
            <a:ext cx="3581400" cy="2424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4250531"/>
            <a:ext cx="31051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3425" y="4250531"/>
            <a:ext cx="31051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325" y="4250531"/>
            <a:ext cx="31051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38150"/>
            <a:ext cx="381952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Data Analytics Projects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2925" y="3743325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4825" y="3743325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86725" y="3743325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1525" y="2778918"/>
            <a:ext cx="31051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Plus Jakarta Sans"/>
              </a:rPr>
              <a:t>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150393"/>
            <a:ext cx="326040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0F0FF"/>
                </a:solidFill>
                <a:latin typeface="Space Grotesk"/>
              </a:rPr>
              <a:t>Vaccination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3464718"/>
            <a:ext cx="3105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Problem: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Tracking global rollouts &amp; regional disparity.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764756"/>
            <a:ext cx="3105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Tools: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Python • MySQL • 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4402931"/>
            <a:ext cx="571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0F0FF"/>
                </a:solidFill>
                <a:latin typeface="Plus Jakarta Sans SemiBold"/>
              </a:rPr>
              <a:t>Outcome: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555331"/>
            <a:ext cx="3105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Interactive executive dashboard tracking coverage rates.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3425" y="2778918"/>
            <a:ext cx="31051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Plus Jakarta Sans"/>
              </a:rP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3425" y="3150393"/>
            <a:ext cx="326040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A56CFF"/>
                </a:solidFill>
                <a:latin typeface="Space Grotesk"/>
              </a:rPr>
              <a:t>Personal Expenses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3425" y="3464718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Problem: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Budget tracking &amp; spending pattern insights.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3425" y="3950493"/>
            <a:ext cx="3105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Tools: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Python • SQL • Streamlit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3425" y="4402931"/>
            <a:ext cx="571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A56CFF"/>
                </a:solidFill>
                <a:latin typeface="Plus Jakarta Sans SemiBold"/>
              </a:rPr>
              <a:t>Outcome: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3425" y="4555331"/>
            <a:ext cx="3105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Automated financial categorizer with live tracking UI.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5325" y="2778918"/>
            <a:ext cx="31051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1F5F9"/>
                </a:solidFill>
                <a:latin typeface="Plus Jakarta Sans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5325" y="3150393"/>
            <a:ext cx="326040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4DA6"/>
                </a:solidFill>
                <a:latin typeface="Space Grotesk"/>
              </a:rPr>
              <a:t>Mobile Usage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5325" y="3464718"/>
            <a:ext cx="31051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Problem: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Understanding user app behavior segments.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5325" y="3950493"/>
            <a:ext cx="3105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Tools:</a:t>
            </a:r>
            <a:r>
              <a:rPr sz="975" b="0" i="0" u="none">
                <a:solidFill>
                  <a:srgbClr val="94A3B8"/>
                </a:solidFill>
                <a:latin typeface="Plus Jakarta Sans"/>
              </a:rPr>
              <a:t> EDA • ML • Clustering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5325" y="4402931"/>
            <a:ext cx="571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4DA6"/>
                </a:solidFill>
                <a:latin typeface="Plus Jakarta Sans SemiBold"/>
              </a:rPr>
              <a:t>Outcome: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5325" y="4555331"/>
            <a:ext cx="31051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K-Means user segmentation for targeted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398" y="519112"/>
            <a:ext cx="1422201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738437"/>
            <a:ext cx="1584275" cy="704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525" y="2738437"/>
            <a:ext cx="1584275" cy="704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9650" y="2738437"/>
            <a:ext cx="1584275" cy="704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776" y="2738437"/>
            <a:ext cx="1584275" cy="704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901" y="2738437"/>
            <a:ext cx="1584275" cy="704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4026" y="2738437"/>
            <a:ext cx="1584275" cy="704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3729037"/>
            <a:ext cx="3581400" cy="714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5300" y="3729037"/>
            <a:ext cx="3581400" cy="7143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3729037"/>
            <a:ext cx="3581400" cy="7143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4633912"/>
            <a:ext cx="3581400" cy="7143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05300" y="4633912"/>
            <a:ext cx="3581400" cy="7143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77200" y="4633912"/>
            <a:ext cx="3581400" cy="7143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38150"/>
            <a:ext cx="36099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Machine Learning &amp;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6700" y="2157412"/>
            <a:ext cx="1165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FFFFF"/>
                </a:solidFill>
                <a:latin typeface="Space Grotesk"/>
              </a:rPr>
              <a:t>From Raw Data to Intelligent Systems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31975" y="3014662"/>
            <a:ext cx="952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0100" y="3014662"/>
            <a:ext cx="952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48226" y="3014662"/>
            <a:ext cx="952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56351" y="3014662"/>
            <a:ext cx="952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64476" y="3014662"/>
            <a:ext cx="952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7225" y="2919412"/>
            <a:ext cx="1336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F4DA6"/>
                </a:solidFill>
                <a:latin typeface="Plus Jakarta Sans"/>
              </a:rPr>
              <a:t>STEP 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225" y="3081337"/>
            <a:ext cx="1336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Data Ingestion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5350" y="2919412"/>
            <a:ext cx="1336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F4DA6"/>
                </a:solidFill>
                <a:latin typeface="Plus Jakarta Sans"/>
              </a:rPr>
              <a:t>STEP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5350" y="3081337"/>
            <a:ext cx="1336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EDA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3475" y="2919412"/>
            <a:ext cx="1336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F4DA6"/>
                </a:solidFill>
                <a:latin typeface="Plus Jakarta Sans"/>
              </a:rPr>
              <a:t>STEP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3475" y="3081337"/>
            <a:ext cx="1336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Feature Eng.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601" y="2919412"/>
            <a:ext cx="1336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F4DA6"/>
                </a:solidFill>
                <a:latin typeface="Plus Jakarta Sans"/>
              </a:rPr>
              <a:t>STEP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601" y="3081337"/>
            <a:ext cx="1336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ML Modeling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9726" y="2919412"/>
            <a:ext cx="1336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FF4DA6"/>
                </a:solidFill>
                <a:latin typeface="Plus Jakarta Sans"/>
              </a:rPr>
              <a:t>STEP 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9726" y="3081337"/>
            <a:ext cx="1336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7851" y="2919412"/>
            <a:ext cx="1336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0F0FF"/>
                </a:solidFill>
                <a:latin typeface="Plus Jakarta Sans"/>
              </a:rPr>
              <a:t>STEP 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7851" y="3081337"/>
            <a:ext cx="13366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Plus Jakarta Sans SemiBold"/>
              </a:rPr>
              <a:t>Deployment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2925" y="4076700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3886" y="3890962"/>
            <a:ext cx="342042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0F0FF"/>
                </a:solidFill>
                <a:latin typeface="Space Grotesk"/>
              </a:rPr>
              <a:t>Regression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4110037"/>
            <a:ext cx="3257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Price &amp; Value Forecasting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4825" y="4076700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5786" y="3890962"/>
            <a:ext cx="342042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A56CFF"/>
                </a:solidFill>
                <a:latin typeface="Space Grotesk"/>
              </a:rPr>
              <a:t>Classification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7225" y="4110037"/>
            <a:ext cx="3257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Customer &amp; Behavioral 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86725" y="4076700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57686" y="3890962"/>
            <a:ext cx="342042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4DA6"/>
                </a:solidFill>
                <a:latin typeface="Space Grotesk"/>
              </a:rPr>
              <a:t>NLP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9125" y="4110037"/>
            <a:ext cx="3257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Sentiment &amp; Text Mining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2925" y="4981575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3886" y="4795837"/>
            <a:ext cx="342042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7E40"/>
                </a:solidFill>
                <a:latin typeface="Space Grotesk"/>
              </a:rPr>
              <a:t>Time Series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25" y="5014912"/>
            <a:ext cx="3257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Sales Demand Forecasting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14825" y="4981575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85786" y="4795837"/>
            <a:ext cx="342042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0F0FF"/>
                </a:solidFill>
                <a:latin typeface="Space Grotesk"/>
              </a:rPr>
              <a:t>Clustering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67225" y="5014912"/>
            <a:ext cx="3257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User Profiling &amp; Grouping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86725" y="4981575"/>
            <a:ext cx="3562350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157686" y="4795837"/>
            <a:ext cx="342042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A56CFF"/>
                </a:solidFill>
                <a:latin typeface="Space Grotesk"/>
              </a:rPr>
              <a:t>Predictive Analytics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39125" y="5014912"/>
            <a:ext cx="3257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Business Decision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383" y="519112"/>
            <a:ext cx="1782216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781175"/>
            <a:ext cx="11125200" cy="3943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743200"/>
            <a:ext cx="3448050" cy="933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975" y="2743200"/>
            <a:ext cx="3448050" cy="933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2425" y="2743200"/>
            <a:ext cx="3448050" cy="933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" y="2905125"/>
            <a:ext cx="3124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33900" y="2905125"/>
            <a:ext cx="3124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4350" y="2905125"/>
            <a:ext cx="3124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38150"/>
            <a:ext cx="39624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My Analytics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6525" y="2071687"/>
            <a:ext cx="1123950" cy="285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1525" y="2019300"/>
            <a:ext cx="196024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Space Grotesk"/>
              </a:rPr>
              <a:t>ANKITA TANEJA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2238375"/>
            <a:ext cx="1866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00F0FF"/>
                </a:solidFill>
                <a:latin typeface="Plus Jakarta Sans"/>
              </a:rPr>
              <a:t>DATA ANALYTICS &amp; ML PORTFOLIO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39400" y="2176462"/>
            <a:ext cx="76200" cy="76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3450" y="3362325"/>
            <a:ext cx="3124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 Medium"/>
              </a:rPr>
              <a:t>Featured Projects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3900" y="3362325"/>
            <a:ext cx="3124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 Medium"/>
              </a:rPr>
              <a:t>Technologies Mastered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4350" y="3362325"/>
            <a:ext cx="3124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 Medium"/>
              </a:rPr>
              <a:t>ML Models Trained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302" y="519112"/>
            <a:ext cx="2140297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05075"/>
            <a:ext cx="5457825" cy="2495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2505075"/>
            <a:ext cx="5457825" cy="2495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38150"/>
            <a:ext cx="35052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Education &amp;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3743325"/>
            <a:ext cx="54387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1525" y="2743200"/>
            <a:ext cx="5230653" cy="247650"/>
          </a:xfrm>
          <a:prstGeom prst="rect">
            <a:avLst/>
          </a:prstGeom>
          <a:noFill/>
        </p:spPr>
        <p:txBody>
          <a:bodyPr wrap="square" lIns="310604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0F0FF"/>
                </a:solidFill>
                <a:latin typeface="Space Grotesk"/>
              </a:rPr>
              <a:t>Formal Education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300" y="3743325"/>
            <a:ext cx="5438775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8900" y="2743200"/>
            <a:ext cx="5230653" cy="247650"/>
          </a:xfrm>
          <a:prstGeom prst="rect">
            <a:avLst/>
          </a:prstGeom>
          <a:noFill/>
        </p:spPr>
        <p:txBody>
          <a:bodyPr wrap="square" lIns="215354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4DA6"/>
                </a:solidFill>
                <a:latin typeface="Space Grotesk"/>
              </a:rPr>
              <a:t>Specialized Training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771775"/>
            <a:ext cx="234404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2771775"/>
            <a:ext cx="139154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4476750"/>
            <a:ext cx="714375" cy="285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8525" y="4476750"/>
            <a:ext cx="106680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0575" y="4476750"/>
            <a:ext cx="828675" cy="285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1525" y="3143250"/>
            <a:ext cx="523065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MSc Data Science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3343275"/>
            <a:ext cx="4981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A56CFF"/>
                </a:solidFill>
                <a:latin typeface="Plus Jakarta Sans"/>
              </a:rPr>
              <a:t>IIIT Bangalore / LJMU Pathway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525" y="3681412"/>
            <a:ext cx="523065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M.Tech — Computer Science &amp;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3881437"/>
            <a:ext cx="4981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Postgraduate Degree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4219575"/>
            <a:ext cx="523065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B.Tech — Information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4419600"/>
            <a:ext cx="4981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Undergraduate Degree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167062"/>
            <a:ext cx="13335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67500" y="3143250"/>
            <a:ext cx="3276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1F5F9"/>
                </a:solidFill>
                <a:latin typeface="Plus Jakarta Sans"/>
              </a:rPr>
              <a:t>Advanced Machine Learning &amp; Deep Learning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3481387"/>
            <a:ext cx="1333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67500" y="3457575"/>
            <a:ext cx="3181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1F5F9"/>
                </a:solidFill>
                <a:latin typeface="Plus Jakarta Sans"/>
              </a:rPr>
              <a:t>Data Engineering &amp; SQL Query Optimization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3795712"/>
            <a:ext cx="133350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67500" y="3771900"/>
            <a:ext cx="25241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1F5F9"/>
                </a:solidFill>
                <a:latin typeface="Plus Jakarta Sans"/>
              </a:rPr>
              <a:t>Business Intelligence with Power BI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4110037"/>
            <a:ext cx="13335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67500" y="4086225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1F5F9"/>
                </a:solidFill>
                <a:latin typeface="Plus Jakarta Sans"/>
              </a:rPr>
              <a:t>MLOps &amp; Dashboard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4587" y="519112"/>
            <a:ext cx="1624012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381250"/>
            <a:ext cx="3555950" cy="2743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381250"/>
            <a:ext cx="3555950" cy="2743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500" y="2381250"/>
            <a:ext cx="3556099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438150"/>
            <a:ext cx="28098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Explore My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3400" y="847725"/>
            <a:ext cx="47625" cy="2667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3743325"/>
            <a:ext cx="3536899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527" y="3314700"/>
            <a:ext cx="331369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Space Grotesk"/>
              </a:rPr>
              <a:t>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3657600"/>
            <a:ext cx="31559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Open-source projects, clean Jupyter notebooks, and production code.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0313" y="4219575"/>
            <a:ext cx="561975" cy="6096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327475" y="3743325"/>
            <a:ext cx="3536899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9077" y="3314700"/>
            <a:ext cx="331369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Space Grotesk"/>
              </a:rPr>
              <a:t>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975" y="3657600"/>
            <a:ext cx="31559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Professional updates, network interactions, and career achievements.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4863" y="4219575"/>
            <a:ext cx="561975" cy="6096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8112024" y="3743325"/>
            <a:ext cx="3537051" cy="19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3624" y="3314700"/>
            <a:ext cx="331385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Space Grotesk"/>
              </a:rPr>
              <a:t>Live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525" y="3657600"/>
            <a:ext cx="315604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Plus Jakarta Sans"/>
              </a:rPr>
              <a:t>Interactive web applications, live demos, and case studies.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562" y="4219575"/>
            <a:ext cx="561975" cy="609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6038" y="2743200"/>
            <a:ext cx="390525" cy="4000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4613" y="4333875"/>
            <a:ext cx="333375" cy="381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9638" y="2743200"/>
            <a:ext cx="352425" cy="4000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9163" y="4333875"/>
            <a:ext cx="333375" cy="3810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0525" y="2743200"/>
            <a:ext cx="400050" cy="4000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3862" y="4333875"/>
            <a:ext cx="333375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447" y="1681162"/>
            <a:ext cx="1700956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7912" y="4519612"/>
            <a:ext cx="7496175" cy="657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65021" y="2157412"/>
            <a:ext cx="566195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FFFFFF"/>
                </a:solidFill>
                <a:latin typeface="Space Grotesk ExtraBold"/>
              </a:rPr>
              <a:t>LET'S BUILD WITH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89649" y="2900362"/>
            <a:ext cx="1612701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FFFFFF"/>
                </a:solidFill>
                <a:latin typeface="Space Grotesk SemiBold"/>
              </a:rPr>
              <a:t>Ankita Taneja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6750" y="3281362"/>
            <a:ext cx="3238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00F0FF"/>
                </a:solidFill>
                <a:latin typeface="Plus Jakarta Sans"/>
              </a:rPr>
              <a:t>Data Analyst | Data Scientist | ML Professional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422" y="1781175"/>
            <a:ext cx="162371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2862" y="3748087"/>
            <a:ext cx="2590800" cy="390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4162" y="3748087"/>
            <a:ext cx="1704975" cy="390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2887" y="3871912"/>
            <a:ext cx="1428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4187" y="3871912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514725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8775" y="3521868"/>
            <a:ext cx="100298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https://cdn.dribbble.com/userupload/43350490/file/original-1ad115d2c03d9818d08df9931e046436.png?resize=752x&amp;vertical=center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8775" y="3755231"/>
            <a:ext cx="100298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dribbble.com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584</Words>
  <Application>Microsoft Office PowerPoint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Plus Jakarta Sans</vt:lpstr>
      <vt:lpstr>Plus Jakarta Sans Medium</vt:lpstr>
      <vt:lpstr>Plus Jakarta Sans SemiBold</vt:lpstr>
      <vt:lpstr>Space Grotesk</vt:lpstr>
      <vt:lpstr>Space Grotesk ExtraBold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Ankita taneja</cp:lastModifiedBy>
  <cp:revision>1</cp:revision>
  <dcterms:created xsi:type="dcterms:W3CDTF">2013-01-27T09:14:16Z</dcterms:created>
  <dcterms:modified xsi:type="dcterms:W3CDTF">2026-08-18T12:03:52Z</dcterms:modified>
  <cp:category/>
</cp:coreProperties>
</file>